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Behavioural Fingerprinting for Insider Threat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322" y="2580588"/>
            <a:ext cx="8229600" cy="4525963"/>
          </a:xfrm>
        </p:spPr>
        <p:txBody>
          <a:bodyPr/>
          <a:lstStyle/>
          <a:p>
            <a:r>
              <a:rPr dirty="0"/>
              <a:t>By: Amrutha Ajish Achuthan</a:t>
            </a:r>
          </a:p>
          <a:p>
            <a:r>
              <a:rPr dirty="0"/>
              <a:t>Goal: Detect insider threats using ML on network traffic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Insider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Legitimate users misusing access</a:t>
            </a:r>
          </a:p>
          <a:p>
            <a:r>
              <a:t>- Difficult to detect via traditional security</a:t>
            </a:r>
          </a:p>
          <a:p>
            <a:r>
              <a:t>- Behavioural fingerprinting = profile-based anomaly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Capture real/simulated network traffic</a:t>
            </a:r>
          </a:p>
          <a:p>
            <a:r>
              <a:t>- Extract flow-level features</a:t>
            </a:r>
          </a:p>
          <a:p>
            <a:r>
              <a:t>- Apply unsupervised ML for anomaly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Wireshark for packet capture</a:t>
            </a:r>
          </a:p>
          <a:p>
            <a:r>
              <a:t>- CICFlowMeter for feature extraction</a:t>
            </a:r>
          </a:p>
          <a:p>
            <a:r>
              <a:t>- Python: scikit-learn, matplotlib, seaborn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Simulated web, file transfer, and scanning activity</a:t>
            </a:r>
          </a:p>
          <a:p>
            <a:r>
              <a:rPr dirty="0"/>
              <a:t>- Captured traffic as .</a:t>
            </a:r>
            <a:r>
              <a:rPr dirty="0" err="1"/>
              <a:t>pcap</a:t>
            </a:r>
            <a:r>
              <a:rPr dirty="0"/>
              <a:t> files</a:t>
            </a:r>
          </a:p>
          <a:p>
            <a:r>
              <a:rPr dirty="0"/>
              <a:t>- Extracted CSV using </a:t>
            </a:r>
            <a:r>
              <a:rPr lang="en-US" dirty="0"/>
              <a:t>python code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FCAC-4B05-7298-DD5A-8E9DD517D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0FFE-5EB3-58BD-4F5D-A005925D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Isolation Forest </a:t>
            </a:r>
            <a:r>
              <a:rPr dirty="0"/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93E1B-01E0-DF7B-4A35-0AD5A0FE1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10" y="1322104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5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 Clustering </a:t>
            </a:r>
            <a:r>
              <a:rPr dirty="0"/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029A7-49D3-CFA5-E1F6-07A9E9808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2" y="1274970"/>
            <a:ext cx="7315215" cy="45720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KMeans Clustering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6925D-6686-0F3B-7A8F-663669AF9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2" y="1265543"/>
            <a:ext cx="7315215" cy="45720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Isolation Forest: unsupervised anomaly detection</a:t>
            </a:r>
          </a:p>
          <a:p>
            <a:r>
              <a:rPr dirty="0"/>
              <a:t>- </a:t>
            </a:r>
            <a:r>
              <a:rPr dirty="0" err="1"/>
              <a:t>KMeans</a:t>
            </a:r>
            <a:r>
              <a:rPr dirty="0"/>
              <a:t>: cluster-based behavior grouping</a:t>
            </a:r>
            <a:endParaRPr lang="en-US" dirty="0"/>
          </a:p>
          <a:p>
            <a:r>
              <a:rPr lang="en-US" dirty="0" err="1"/>
              <a:t>DBScan</a:t>
            </a:r>
            <a:endParaRPr dirty="0"/>
          </a:p>
          <a:p>
            <a:r>
              <a:rPr dirty="0"/>
              <a:t>- Results visualized to confirm anomalies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Behavioural patterns can flag threats</a:t>
            </a:r>
          </a:p>
          <a:p>
            <a:r>
              <a:t>- Need real-time and real-user data</a:t>
            </a:r>
          </a:p>
          <a:p>
            <a:r>
              <a:t>- Extend with deep learning in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164</Words>
  <Application>Microsoft Office PowerPoint</Application>
  <PresentationFormat>On-screen Show (4:3)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Behavioural Fingerprinting for Insider Threat Detection</vt:lpstr>
      <vt:lpstr>Overview of Insider Threats</vt:lpstr>
      <vt:lpstr>Project Objectives</vt:lpstr>
      <vt:lpstr>Tools Used</vt:lpstr>
      <vt:lpstr>Data Simulation</vt:lpstr>
      <vt:lpstr>Isolation Forest Output</vt:lpstr>
      <vt:lpstr>DBSCAN Clustering Output</vt:lpstr>
      <vt:lpstr>KMeans Clustering Output</vt:lpstr>
      <vt:lpstr>ML Models Used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Ammu</dc:creator>
  <cp:keywords/>
  <dc:description>generated using python-pptx</dc:description>
  <cp:lastModifiedBy>Amrutha Ajish</cp:lastModifiedBy>
  <cp:revision>3</cp:revision>
  <dcterms:created xsi:type="dcterms:W3CDTF">2013-01-27T09:14:16Z</dcterms:created>
  <dcterms:modified xsi:type="dcterms:W3CDTF">2025-06-26T11:26:04Z</dcterms:modified>
  <cp:category/>
</cp:coreProperties>
</file>